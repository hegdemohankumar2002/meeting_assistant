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0887BD7C-ADE4-4D7D-B2F1-21CD4D907A70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A6D928DD-824C-4640-802A-E3194F8BA7B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034" y="1142984"/>
            <a:ext cx="8458200" cy="1470025"/>
          </a:xfrm>
        </p:spPr>
        <p:txBody>
          <a:bodyPr/>
          <a:lstStyle/>
          <a:p>
            <a:r>
              <a:rPr lang="en-US" b="1" dirty="0"/>
              <a:t>Next-Gen Cognitive AI Meeting Assistant</a:t>
            </a:r>
            <a:r>
              <a:rPr lang="en-US" dirty="0"/>
              <a:t>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A Privacy-First, Edge-AI Platform for Real-Time Meeting Analysis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/>
              <a:t>The "Next-Gen Cognitive AI Meeting Assistant" is a privacy-centric application designed to transcribe and analyze meetings in real-time without relying on external cloud processing for audio data. Unlike traditional meeting assistants that stream sensitive voice data to third-party servers, this project leverages </a:t>
            </a:r>
            <a:r>
              <a:rPr lang="en-US" b="1" dirty="0"/>
              <a:t>Edge AI</a:t>
            </a:r>
            <a:r>
              <a:rPr lang="en-US" dirty="0"/>
              <a:t> to perform Automatic Speech Recognition (ASR), Speaker </a:t>
            </a:r>
            <a:r>
              <a:rPr lang="en-US" dirty="0" err="1"/>
              <a:t>Diarization</a:t>
            </a:r>
            <a:r>
              <a:rPr lang="en-US" dirty="0"/>
              <a:t>, and Natural Language Processing (NLP) entirely on the user's local device.</a:t>
            </a:r>
          </a:p>
          <a:p>
            <a:pPr algn="just"/>
            <a:r>
              <a:rPr lang="en-US" dirty="0"/>
              <a:t>The system utilizes optimized models like </a:t>
            </a:r>
            <a:r>
              <a:rPr lang="en-US" b="1" dirty="0"/>
              <a:t>Faster-Whisper</a:t>
            </a:r>
            <a:r>
              <a:rPr lang="en-US" dirty="0"/>
              <a:t> (int8 quantization) and </a:t>
            </a:r>
            <a:r>
              <a:rPr lang="en-US" b="1" dirty="0"/>
              <a:t>BART-large</a:t>
            </a:r>
            <a:r>
              <a:rPr lang="en-US" dirty="0"/>
              <a:t> to deliver 4x faster performance than standard implementations while ensuring 100% data privacy. Key features include real-time character-by-character transcription, emotion recognition, and role-based summarization. This solution bridges the gap between high-performance cloud AI and strict data privacy requirements, making it ideal for confidential corporate or personal meetings.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/>
              <a:t>Data Privacy &amp; Security</a:t>
            </a:r>
            <a:r>
              <a:rPr lang="en-US" dirty="0"/>
              <a:t>: Most existing meeting assistants (e.g., Otter.ai, Zoom AI) are cloud-based, requiring users to upload sensitive audio data to external servers. This poses a significant risk for confidential discussions (e.g., legal, medical, or trade secrets).</a:t>
            </a:r>
          </a:p>
          <a:p>
            <a:pPr algn="just"/>
            <a:r>
              <a:rPr lang="en-US" b="1" dirty="0"/>
              <a:t>Latency &amp; Connectivity</a:t>
            </a:r>
            <a:r>
              <a:rPr lang="en-US" dirty="0"/>
              <a:t>: Cloud-dependent solutions suffer from latency due to network round-trips and become non-functional without internet access.</a:t>
            </a:r>
          </a:p>
          <a:p>
            <a:pPr algn="just"/>
            <a:r>
              <a:rPr lang="en-US" b="1" dirty="0"/>
              <a:t>Subscription Fatigue</a:t>
            </a:r>
            <a:r>
              <a:rPr lang="en-US" dirty="0"/>
              <a:t>: Enterprise-grade meeting insights are often locked behind expensive recurring subscriptions.</a:t>
            </a:r>
          </a:p>
          <a:p>
            <a:pPr algn="just"/>
            <a:r>
              <a:rPr lang="en-US" b="1" dirty="0"/>
              <a:t>Lack of Actionable Intelligence</a:t>
            </a:r>
            <a:r>
              <a:rPr lang="en-US" dirty="0"/>
              <a:t>: Basic transcription tools often fail to extract structured, actionable insights like decisions or conflicts, leaving users with just raw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Survey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1" dirty="0"/>
              <a:t>Cloud-Based Solutions</a:t>
            </a:r>
            <a:r>
              <a:rPr lang="en-US" dirty="0"/>
              <a:t>:</a:t>
            </a:r>
          </a:p>
          <a:p>
            <a:pPr lvl="1" algn="just"/>
            <a:r>
              <a:rPr lang="en-US" i="1" dirty="0"/>
              <a:t>Otter.ai / Zoom AI</a:t>
            </a:r>
            <a:r>
              <a:rPr lang="en-US" dirty="0"/>
              <a:t>: Industry leaders providing excellent transcription and summary but require data upload, raising privacy concerns.</a:t>
            </a:r>
          </a:p>
          <a:p>
            <a:pPr lvl="1" algn="just"/>
            <a:r>
              <a:rPr lang="en-US" i="1" dirty="0"/>
              <a:t>Google Meet Captions</a:t>
            </a:r>
            <a:r>
              <a:rPr lang="en-US" dirty="0"/>
              <a:t>: Real-time but ephemeral (not saved locally with rich analysis) and cloud-dependent.</a:t>
            </a:r>
          </a:p>
          <a:p>
            <a:pPr algn="just"/>
            <a:r>
              <a:rPr lang="en-US" b="1" dirty="0"/>
              <a:t>Open Source Foundations</a:t>
            </a:r>
            <a:r>
              <a:rPr lang="en-US" dirty="0"/>
              <a:t>:</a:t>
            </a:r>
          </a:p>
          <a:p>
            <a:pPr lvl="1" algn="just"/>
            <a:r>
              <a:rPr lang="en-US" i="1" dirty="0" err="1"/>
              <a:t>OpenAI</a:t>
            </a:r>
            <a:r>
              <a:rPr lang="en-US" i="1" dirty="0"/>
              <a:t> Whisper</a:t>
            </a:r>
            <a:r>
              <a:rPr lang="en-US" dirty="0"/>
              <a:t>: State-of-the-art ASR model, but the standard implementation is computationally heavy and often too slow for real-time local usage on consumer hardware.</a:t>
            </a:r>
          </a:p>
          <a:p>
            <a:pPr lvl="1" algn="just"/>
            <a:r>
              <a:rPr lang="en-US" i="1" dirty="0" err="1"/>
              <a:t>Pyannote.audio</a:t>
            </a:r>
            <a:r>
              <a:rPr lang="en-US" dirty="0"/>
              <a:t>: The standard for speaker </a:t>
            </a:r>
            <a:r>
              <a:rPr lang="en-US" dirty="0" err="1"/>
              <a:t>diarization</a:t>
            </a:r>
            <a:r>
              <a:rPr lang="en-US" dirty="0"/>
              <a:t>, but challenging to integrate seamlessly for real-time streams</a:t>
            </a:r>
            <a:r>
              <a:rPr lang="en-US" dirty="0" smtClean="0"/>
              <a:t>.</a:t>
            </a:r>
            <a:endParaRPr lang="en-US" smtClean="0"/>
          </a:p>
          <a:p>
            <a:pPr lvl="1" algn="just"/>
            <a:endParaRPr lang="en-US" dirty="0"/>
          </a:p>
          <a:p>
            <a:pPr algn="just"/>
            <a:r>
              <a:rPr lang="en-US" b="1" dirty="0"/>
              <a:t>The Shift to Edge AI</a:t>
            </a:r>
            <a:r>
              <a:rPr lang="en-US" dirty="0"/>
              <a:t>: Recent research emphasizes "</a:t>
            </a:r>
            <a:r>
              <a:rPr lang="en-US" dirty="0" err="1"/>
              <a:t>TinyML</a:t>
            </a:r>
            <a:r>
              <a:rPr lang="en-US" dirty="0"/>
              <a:t>" and model quantization (e.g., int8, weight pruning) to bring large language model capabilities to local edge devices.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Technology Selected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/>
            <a:r>
              <a:rPr lang="en-US" dirty="0"/>
              <a:t>The project is built on a modern, full-stack architecture designed for performance and concurrency:</a:t>
            </a:r>
          </a:p>
          <a:p>
            <a:pPr algn="just"/>
            <a:r>
              <a:rPr lang="en-US" b="1" dirty="0"/>
              <a:t>Frontend</a:t>
            </a:r>
            <a:r>
              <a:rPr lang="en-US" dirty="0"/>
              <a:t>:</a:t>
            </a:r>
          </a:p>
          <a:p>
            <a:pPr lvl="1" algn="just"/>
            <a:r>
              <a:rPr lang="en-US" b="1" dirty="0"/>
              <a:t>React.js 18</a:t>
            </a:r>
            <a:r>
              <a:rPr lang="en-US" dirty="0"/>
              <a:t>: For a dynamic, high-performance user interface.</a:t>
            </a:r>
          </a:p>
          <a:p>
            <a:pPr lvl="1" algn="just"/>
            <a:r>
              <a:rPr lang="en-US" b="1" dirty="0" err="1"/>
              <a:t>WebSocket</a:t>
            </a:r>
            <a:r>
              <a:rPr lang="en-US" b="1" dirty="0"/>
              <a:t> API</a:t>
            </a:r>
            <a:r>
              <a:rPr lang="en-US" dirty="0"/>
              <a:t>: For receiving real-time transcription streams with millisecond latency.</a:t>
            </a:r>
          </a:p>
          <a:p>
            <a:pPr algn="just"/>
            <a:r>
              <a:rPr lang="en-US" b="1" dirty="0"/>
              <a:t>Backend</a:t>
            </a:r>
            <a:r>
              <a:rPr lang="en-US" dirty="0"/>
              <a:t>:</a:t>
            </a:r>
          </a:p>
          <a:p>
            <a:pPr lvl="1" algn="just"/>
            <a:r>
              <a:rPr lang="en-US" b="1" dirty="0"/>
              <a:t>Python 3.10+</a:t>
            </a:r>
            <a:r>
              <a:rPr lang="en-US" dirty="0"/>
              <a:t>: Core logic handling.</a:t>
            </a:r>
          </a:p>
          <a:p>
            <a:pPr lvl="1" algn="just"/>
            <a:r>
              <a:rPr lang="en-US" b="1" dirty="0" err="1"/>
              <a:t>FastAPI</a:t>
            </a:r>
            <a:r>
              <a:rPr lang="en-US" dirty="0"/>
              <a:t>: Asynchronous web framework to handle concurrent transcription streams and API requests.</a:t>
            </a:r>
          </a:p>
          <a:p>
            <a:pPr lvl="1" algn="just"/>
            <a:r>
              <a:rPr lang="en-US" b="1" dirty="0" err="1"/>
              <a:t>SQLAlchemy</a:t>
            </a:r>
            <a:r>
              <a:rPr lang="en-US" b="1" dirty="0"/>
              <a:t> &amp; SQLite</a:t>
            </a:r>
            <a:r>
              <a:rPr lang="en-US" dirty="0"/>
              <a:t>: For local, persistent storage of meeting history and insights.</a:t>
            </a:r>
          </a:p>
          <a:p>
            <a:pPr algn="just"/>
            <a:r>
              <a:rPr lang="en-US" b="1" dirty="0"/>
              <a:t>AI &amp; Machine Learning</a:t>
            </a:r>
            <a:r>
              <a:rPr lang="en-US" dirty="0"/>
              <a:t>:</a:t>
            </a:r>
          </a:p>
          <a:p>
            <a:pPr lvl="1" algn="just"/>
            <a:r>
              <a:rPr lang="en-US" b="1" dirty="0"/>
              <a:t>Faster-Whisper</a:t>
            </a:r>
            <a:r>
              <a:rPr lang="en-US" dirty="0"/>
              <a:t>: An optimized implementation of Whisper using CTranslate2 (int8 quantization) for high-speed local inference.</a:t>
            </a:r>
          </a:p>
          <a:p>
            <a:pPr lvl="1" algn="just"/>
            <a:r>
              <a:rPr lang="en-US" b="1" dirty="0" err="1"/>
              <a:t>Pyannote.audio</a:t>
            </a:r>
            <a:r>
              <a:rPr lang="en-US" dirty="0"/>
              <a:t>: For Speaker </a:t>
            </a:r>
            <a:r>
              <a:rPr lang="en-US" dirty="0" err="1"/>
              <a:t>Diarization</a:t>
            </a:r>
            <a:r>
              <a:rPr lang="en-US" dirty="0"/>
              <a:t> (distinguishing between Speaker A and Speaker B).</a:t>
            </a:r>
          </a:p>
          <a:p>
            <a:pPr lvl="1" algn="just"/>
            <a:r>
              <a:rPr lang="en-US" b="1" dirty="0" err="1"/>
              <a:t>Facebook</a:t>
            </a:r>
            <a:r>
              <a:rPr lang="en-US" b="1" dirty="0"/>
              <a:t> BART (Large-MNLI/CNN)</a:t>
            </a:r>
            <a:r>
              <a:rPr lang="en-US" dirty="0"/>
              <a:t>: For Zero-Shot classification and abstractive summarization.</a:t>
            </a:r>
          </a:p>
          <a:p>
            <a:pPr lvl="1" algn="just"/>
            <a:r>
              <a:rPr lang="en-US" b="1" dirty="0" err="1"/>
              <a:t>DistilRoBERTa</a:t>
            </a:r>
            <a:r>
              <a:rPr lang="en-US" dirty="0"/>
              <a:t>: For emotion and sentiment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While robust cloud solutions and raw open-source models exist, there is a gap in </a:t>
            </a:r>
            <a:r>
              <a:rPr lang="en-US" b="1" dirty="0"/>
              <a:t>integrated, privacy-first, real-time applications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Model Optimization Gap</a:t>
            </a:r>
            <a:r>
              <a:rPr lang="en-US" dirty="0"/>
              <a:t>: Standard open-source models (like Whisper Large) are too slow for real-time local use. This project fills this gap by implementing </a:t>
            </a:r>
            <a:r>
              <a:rPr lang="en-US" b="1" dirty="0"/>
              <a:t>quantized inference (int8)</a:t>
            </a:r>
            <a:r>
              <a:rPr lang="en-US" dirty="0"/>
              <a:t> to achieve real-time speeds on consumer CPUs/GPUs.</a:t>
            </a:r>
          </a:p>
          <a:p>
            <a:pPr algn="just"/>
            <a:r>
              <a:rPr lang="en-US" b="1" dirty="0"/>
              <a:t>Privacy-Utility Trade-off</a:t>
            </a:r>
            <a:r>
              <a:rPr lang="en-US" dirty="0"/>
              <a:t>: Users currently choose between high-quality cloud AI (low privacy) or basic local tools (low utility). This project bridges this by offering </a:t>
            </a:r>
            <a:r>
              <a:rPr lang="en-US" b="1" dirty="0"/>
              <a:t>cloud-level intelligence (summaries, emotions) with local-level privacy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b="1" dirty="0"/>
              <a:t>Inference Models</a:t>
            </a:r>
            <a:r>
              <a:rPr lang="en-US" dirty="0"/>
              <a:t>: The project uses pre-trained state-of-the-art models, which were trained on massive global datasets:</a:t>
            </a:r>
          </a:p>
          <a:p>
            <a:pPr lvl="1" algn="just"/>
            <a:r>
              <a:rPr lang="en-US" b="1" dirty="0"/>
              <a:t>Whisper</a:t>
            </a:r>
            <a:r>
              <a:rPr lang="en-US" dirty="0"/>
              <a:t>: Trained on 680,000 hours of multilingual and multitask supervised data.</a:t>
            </a:r>
          </a:p>
          <a:p>
            <a:pPr lvl="1" algn="just"/>
            <a:r>
              <a:rPr lang="en-US" b="1" dirty="0"/>
              <a:t>BART-Large</a:t>
            </a:r>
            <a:r>
              <a:rPr lang="en-US" dirty="0"/>
              <a:t>: Trained on the generic CNN/</a:t>
            </a:r>
            <a:r>
              <a:rPr lang="en-US" dirty="0" err="1"/>
              <a:t>DailyMail</a:t>
            </a:r>
            <a:r>
              <a:rPr lang="en-US" dirty="0"/>
              <a:t> dataset for summarization capabilities.</a:t>
            </a:r>
          </a:p>
          <a:p>
            <a:pPr algn="just"/>
            <a:r>
              <a:rPr lang="en-US" b="1" dirty="0"/>
              <a:t>Testing &amp; Validation</a:t>
            </a:r>
            <a:r>
              <a:rPr lang="en-US" dirty="0"/>
              <a:t>:</a:t>
            </a:r>
          </a:p>
          <a:p>
            <a:pPr lvl="1" algn="just"/>
            <a:r>
              <a:rPr lang="en-US" b="1" dirty="0"/>
              <a:t>Sample Audio</a:t>
            </a:r>
            <a:r>
              <a:rPr lang="en-US" dirty="0"/>
              <a:t>: The project includes a </a:t>
            </a:r>
            <a:r>
              <a:rPr lang="en-US" dirty="0" err="1"/>
              <a:t>sample_audios</a:t>
            </a:r>
            <a:r>
              <a:rPr lang="en-US" dirty="0"/>
              <a:t> directory for benchmarking performance.</a:t>
            </a:r>
          </a:p>
          <a:p>
            <a:pPr lvl="1" algn="just" fontAlgn="ctr"/>
            <a:r>
              <a:rPr lang="en-US" b="1" dirty="0"/>
              <a:t>Local Database</a:t>
            </a:r>
            <a:r>
              <a:rPr lang="en-US" dirty="0"/>
              <a:t>: User data is generated dynamically and stored in </a:t>
            </a:r>
          </a:p>
          <a:p>
            <a:pPr lvl="1" algn="just"/>
            <a:r>
              <a:rPr lang="en-US" dirty="0" err="1"/>
              <a:t>meetings.db</a:t>
            </a:r>
            <a:r>
              <a:rPr lang="en-US" dirty="0"/>
              <a:t> (SQLite), creating a personalized local dataset that never leaves the machine.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US" dirty="0"/>
              <a:t>The system follows a pipelined architecture:</a:t>
            </a:r>
          </a:p>
          <a:p>
            <a:pPr algn="just"/>
            <a:r>
              <a:rPr lang="en-US" b="1" dirty="0"/>
              <a:t>Audio Ingestion</a:t>
            </a:r>
            <a:r>
              <a:rPr lang="en-US" dirty="0"/>
              <a:t>: Audio is captured via microphone (Live) or file upload and streamed in chunks.</a:t>
            </a:r>
          </a:p>
          <a:p>
            <a:pPr algn="just"/>
            <a:r>
              <a:rPr lang="en-US" b="1" dirty="0"/>
              <a:t>Streaming ASR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Audio chunks are processed by </a:t>
            </a:r>
            <a:r>
              <a:rPr lang="en-US" b="1" dirty="0"/>
              <a:t>Faster-Whisper</a:t>
            </a:r>
            <a:r>
              <a:rPr lang="en-US" dirty="0"/>
              <a:t> (Beam search size 5) to generate text.</a:t>
            </a:r>
          </a:p>
          <a:p>
            <a:pPr lvl="1" algn="just"/>
            <a:r>
              <a:rPr lang="en-US" dirty="0"/>
              <a:t>Partial results are streamed immediately via </a:t>
            </a:r>
            <a:r>
              <a:rPr lang="en-US" dirty="0" err="1"/>
              <a:t>WebSockets</a:t>
            </a:r>
            <a:r>
              <a:rPr lang="en-US" dirty="0"/>
              <a:t> for "live typing" effect.</a:t>
            </a:r>
          </a:p>
          <a:p>
            <a:pPr algn="just"/>
            <a:r>
              <a:rPr lang="en-US" b="1" dirty="0"/>
              <a:t>Intelligent Segmentation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Long audio is intelligently split based on silence and semantic pauses to prevent context breaks.</a:t>
            </a:r>
          </a:p>
          <a:p>
            <a:pPr algn="just"/>
            <a:r>
              <a:rPr lang="en-US" b="1" dirty="0"/>
              <a:t>Multi-Stage Analysis</a:t>
            </a:r>
            <a:r>
              <a:rPr lang="en-US" dirty="0"/>
              <a:t> (Post-Processing):</a:t>
            </a:r>
          </a:p>
          <a:p>
            <a:pPr lvl="1" algn="just"/>
            <a:r>
              <a:rPr lang="en-US" b="1" dirty="0" err="1"/>
              <a:t>Diarization</a:t>
            </a:r>
            <a:r>
              <a:rPr lang="en-US" dirty="0"/>
              <a:t>: Audio waveforms are analyzed to assign speaker labels.</a:t>
            </a:r>
          </a:p>
          <a:p>
            <a:pPr lvl="1" algn="just"/>
            <a:r>
              <a:rPr lang="en-US" b="1" dirty="0"/>
              <a:t>Emotion Detection</a:t>
            </a:r>
            <a:r>
              <a:rPr lang="en-US" dirty="0"/>
              <a:t>: Text segments are scored for sentiment (Positive/Negative/Neutral).</a:t>
            </a:r>
          </a:p>
          <a:p>
            <a:pPr lvl="1" algn="just"/>
            <a:r>
              <a:rPr lang="en-US" b="1" dirty="0"/>
              <a:t>Insight Extraction</a:t>
            </a:r>
            <a:r>
              <a:rPr lang="en-US" dirty="0"/>
              <a:t>: The BART model runs zero-shot classification to tag sentences as "Decision", "Agreement", or "Conflict".</a:t>
            </a:r>
          </a:p>
          <a:p>
            <a:pPr algn="just"/>
            <a:r>
              <a:rPr lang="en-US" b="1" dirty="0"/>
              <a:t>Storage &amp; UI</a:t>
            </a:r>
            <a:r>
              <a:rPr lang="en-US" dirty="0"/>
              <a:t>: All processed data is persisted to SQLite and rendered on the React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/>
              <a:t>Performance</a:t>
            </a:r>
            <a:r>
              <a:rPr lang="en-US" dirty="0"/>
              <a:t>: Achieved </a:t>
            </a:r>
            <a:r>
              <a:rPr lang="en-US" b="1" dirty="0"/>
              <a:t>4x inference speedup</a:t>
            </a:r>
            <a:r>
              <a:rPr lang="en-US" dirty="0"/>
              <a:t> compared to standard Hugging Face Transformers implementation using faster-whisper.</a:t>
            </a:r>
          </a:p>
          <a:p>
            <a:pPr algn="just"/>
            <a:r>
              <a:rPr lang="en-US" b="1" dirty="0"/>
              <a:t>Accuracy</a:t>
            </a:r>
            <a:r>
              <a:rPr lang="en-US" dirty="0"/>
              <a:t>: Maintains high-fidelity transcription comparable to </a:t>
            </a:r>
            <a:r>
              <a:rPr lang="en-US" dirty="0" err="1"/>
              <a:t>OpenAI's</a:t>
            </a:r>
            <a:r>
              <a:rPr lang="en-US" dirty="0"/>
              <a:t> localized Whisper Large text generation.</a:t>
            </a:r>
          </a:p>
          <a:p>
            <a:pPr algn="just"/>
            <a:r>
              <a:rPr lang="en-US" b="1" dirty="0"/>
              <a:t>Real-Time Capability</a:t>
            </a:r>
            <a:r>
              <a:rPr lang="en-US" dirty="0"/>
              <a:t>: Successfully handles live streaming with acceptable latency for real-time feedback.</a:t>
            </a:r>
          </a:p>
          <a:p>
            <a:pPr algn="just"/>
            <a:r>
              <a:rPr lang="en-US" b="1" dirty="0"/>
              <a:t>Feature Richness</a:t>
            </a:r>
            <a:r>
              <a:rPr lang="en-US" dirty="0"/>
              <a:t>: Successfully integrates multiple distinct AI tasks (ASR, </a:t>
            </a:r>
            <a:r>
              <a:rPr lang="en-US" dirty="0" err="1"/>
              <a:t>Diarization</a:t>
            </a:r>
            <a:r>
              <a:rPr lang="en-US" dirty="0"/>
              <a:t>, Sentiment, Summarization) into a single cohesive interface.</a:t>
            </a:r>
          </a:p>
          <a:p>
            <a:pPr algn="just"/>
            <a:r>
              <a:rPr lang="en-US" b="1" dirty="0"/>
              <a:t>Privacy</a:t>
            </a:r>
            <a:r>
              <a:rPr lang="en-US" dirty="0"/>
              <a:t>: Zero data egress confirmed; the application functions fully entirely offline (excluding optional hybrid cloud features).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139</TotalTime>
  <Words>548</Words>
  <Application>Microsoft Office PowerPoint</Application>
  <PresentationFormat>On-screen Show (4:3)</PresentationFormat>
  <Paragraphs>64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Urban</vt:lpstr>
      <vt:lpstr>Next-Gen Cognitive AI Meeting Assistant </vt:lpstr>
      <vt:lpstr>Abstract</vt:lpstr>
      <vt:lpstr>Problem Identification</vt:lpstr>
      <vt:lpstr>Literature Survey </vt:lpstr>
      <vt:lpstr>Technology Selected</vt:lpstr>
      <vt:lpstr> Research Gap</vt:lpstr>
      <vt:lpstr>Dataset Used</vt:lpstr>
      <vt:lpstr>Proposed Methodology</vt:lpstr>
      <vt:lpstr> Results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Next-Gen Cognitive AI Meeting Assistant </dc:title>
  <dc:creator>Mohankumar Hegde</dc:creator>
  <cp:lastModifiedBy>Mohankumar Hegde</cp:lastModifiedBy>
  <cp:revision>2</cp:revision>
  <dcterms:created xsi:type="dcterms:W3CDTF">2026-01-30T17:57:10Z</dcterms:created>
  <dcterms:modified xsi:type="dcterms:W3CDTF">2026-01-31T04:16:33Z</dcterms:modified>
</cp:coreProperties>
</file>